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59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395457-2239-4954-886A-C97146160C17}" v="4" dt="2026-02-02T18:17:17.9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15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fi Nihal" userId="d6d7918e994ec5f6" providerId="LiveId" clId="{7165BEFC-6165-47FA-8757-D851393C1F71}"/>
    <pc:docChg chg="modSld">
      <pc:chgData name="Nifi Nihal" userId="d6d7918e994ec5f6" providerId="LiveId" clId="{7165BEFC-6165-47FA-8757-D851393C1F71}" dt="2026-02-02T18:17:17.994" v="3"/>
      <pc:docMkLst>
        <pc:docMk/>
      </pc:docMkLst>
      <pc:sldChg chg="modTransition">
        <pc:chgData name="Nifi Nihal" userId="d6d7918e994ec5f6" providerId="LiveId" clId="{7165BEFC-6165-47FA-8757-D851393C1F71}" dt="2026-02-02T18:17:17.994" v="3"/>
        <pc:sldMkLst>
          <pc:docMk/>
          <pc:sldMk cId="387925025" sldId="257"/>
        </pc:sldMkLst>
      </pc:sldChg>
      <pc:sldChg chg="modTransition">
        <pc:chgData name="Nifi Nihal" userId="d6d7918e994ec5f6" providerId="LiveId" clId="{7165BEFC-6165-47FA-8757-D851393C1F71}" dt="2026-02-02T18:17:13.353" v="2"/>
        <pc:sldMkLst>
          <pc:docMk/>
          <pc:sldMk cId="1940199848" sldId="25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17A5E-B18D-C498-ED4F-CD54EB1368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222488-42B6-5C82-FE1D-B6C8AB74F8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ABCF9-BA5D-F183-E9F9-B2069BBC7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1E77D-6809-4F2F-A65A-7F2720C70F32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8CEFCB-84F4-3991-DBA1-056FB939F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26936-5A12-671C-2A34-FDAE4340F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029B6-FD91-4D6E-916C-7FB71B19B5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4734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4325D-F551-31D8-2B86-41F228676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55974-D7D7-C591-4FE6-DA3397CEF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0C18B8-2075-0FA4-896A-13E0D2244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1E77D-6809-4F2F-A65A-7F2720C70F32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C0DDD-B24E-52EC-3F49-484C53F6E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1923B-5EF4-5036-AE9E-891DDE4E1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029B6-FD91-4D6E-916C-7FB71B19B5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118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2D13D-FDF1-047F-97F3-F002397B8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8EAE15-BD9B-C808-C9E9-90379CA56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3C2069-87F1-7E6D-305B-EF283C51A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1E77D-6809-4F2F-A65A-7F2720C70F32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815505-4107-ECCC-75BC-2EA5F3EA4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5AC6C3-90FF-FBB8-2491-C5EC27015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029B6-FD91-4D6E-916C-7FB71B19B5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3929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B0E73-3161-82EC-BC31-FE8B4C6FE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9856F-D776-A0BD-EDEA-7DAA35C96F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5BC65F-D2B8-0C2B-363C-E74740C6AA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94EF7F-3CE0-64A5-AE28-26358D9E2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1E77D-6809-4F2F-A65A-7F2720C70F32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26AF55-D8FF-51BC-D70C-2C78D66A6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1CB3CC-8757-88EE-BE1E-4AA1256F8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029B6-FD91-4D6E-916C-7FB71B19B5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2849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EFBD9-BFDC-B38B-1C97-9F98A932D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33D019-DE6B-447E-F84A-B24D3BC54A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239B9D-A33C-C647-71D3-FC8B65E78A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A8204E-D3FE-2429-4CC6-2EAB2476FB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57E51C-5DB4-DE4D-4183-EEAE0A5A25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C23557-9B7E-2284-9D4F-D16B15B56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1E77D-6809-4F2F-A65A-7F2720C70F32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5128B3-4037-1200-B2AF-99D245EB1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F4052E-1526-E238-EFDD-5E6D63000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029B6-FD91-4D6E-916C-7FB71B19B5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0463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C8CAC-5FC7-7767-448D-C57DFB759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F35F4C-1299-367B-E587-74AD2074B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1E77D-6809-4F2F-A65A-7F2720C70F32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BE7CFA-4418-C9A8-D6F4-895B98471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F4ED6E-8FDF-9F3C-DAF8-EB17A3D96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029B6-FD91-4D6E-916C-7FB71B19B5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234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82BCA5-09AB-9437-0FBE-3849697C8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1E77D-6809-4F2F-A65A-7F2720C70F32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7F14A6-833D-6B2D-1190-4BCDB8614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CD034D-9345-BEAC-0BAB-0825392CA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029B6-FD91-4D6E-916C-7FB71B19B5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2840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DC7F4-4EC5-E3B7-A98A-8B4A5B555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D59F3-54D9-C63C-D692-8BBE50C4A7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869040-AFC3-3F7E-3D40-CFD562D499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1010A7-2CDE-4A18-D46C-801130ECB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1E77D-6809-4F2F-A65A-7F2720C70F32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CE89FB-FC3E-8C22-CDCA-79552A9E3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7A82BF-9C94-02C9-6A48-828675894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029B6-FD91-4D6E-916C-7FB71B19B5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2374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F1441-1833-A18C-09C8-9072AE7C9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20582E-7298-AC73-6244-38C9AEFF9E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AC0C31-7E96-8AE3-AFA2-2F53C98F54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DF0B90-B03D-1892-1B4C-B9B2BB1E8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1E77D-6809-4F2F-A65A-7F2720C70F32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742383-F059-D603-2FEA-D6993F1F6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2217CB-16DE-6DFF-F8A7-3A238F058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029B6-FD91-4D6E-916C-7FB71B19B5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6190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F2E47-9973-1864-AD25-DB5965366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EC65E3-7303-C05B-E0A5-8BC781EC8F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B1512C-E656-43A1-2BD6-BBCFFB794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1E77D-6809-4F2F-A65A-7F2720C70F32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94E480-5727-AE11-746B-9C2C62DB5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00254-F22C-A673-E874-5E51FD3CD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029B6-FD91-4D6E-916C-7FB71B19B5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783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E60C0D-D0AD-1E94-5E27-425B560C67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CE2FFA-E032-8064-8BA9-16987F7F29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19B352-F9DF-0DCE-22DC-6A6FDBFA9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1E77D-6809-4F2F-A65A-7F2720C70F32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486DE-9AC0-C598-A462-DB1D9772E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550F3-3C3E-11F9-FB2D-7803B0357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029B6-FD91-4D6E-916C-7FB71B19B5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0751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D005CB-C232-1271-3C96-B414552E8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C385A0-2A79-4AEE-531C-A7DF753B93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8FB76-64AF-F32B-411F-E82B46BE76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91E77D-6809-4F2F-A65A-7F2720C70F32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703B3-997F-F3CB-6BE8-C58FD3374B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DCD4CF-FC11-ABE1-AB9D-0D16C5B374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C029B6-FD91-4D6E-916C-7FB71B19B5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1738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E46169-A68B-0A84-5801-918B94E943F9}"/>
              </a:ext>
            </a:extLst>
          </p:cNvPr>
          <p:cNvSpPr txBox="1"/>
          <p:nvPr/>
        </p:nvSpPr>
        <p:spPr>
          <a:xfrm>
            <a:off x="569625" y="3429000"/>
            <a:ext cx="6250899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Bell MT" panose="02020503060305020303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Bell MT" panose="02020503060305020303" pitchFamily="18" charset="0"/>
              </a:rPr>
              <a:t>	MOHAMMED JAFAR. M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Bell MT" panose="02020503060305020303" pitchFamily="18" charset="0"/>
              </a:rPr>
              <a:t>	III BSC INFORMATION TECHNOLOGY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Bell MT" panose="02020503060305020303" pitchFamily="18" charset="0"/>
              </a:rPr>
              <a:t>	2326J1509</a:t>
            </a:r>
          </a:p>
          <a:p>
            <a:r>
              <a:rPr lang="en-IN" dirty="0">
                <a:latin typeface="Elephant" panose="02020904090505020303" pitchFamily="18" charset="0"/>
              </a:rPr>
              <a:t>	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B940F0-EFAE-1EEA-883A-58E4363D35E2}"/>
              </a:ext>
            </a:extLst>
          </p:cNvPr>
          <p:cNvSpPr txBox="1"/>
          <p:nvPr/>
        </p:nvSpPr>
        <p:spPr>
          <a:xfrm>
            <a:off x="7465101" y="3429000"/>
            <a:ext cx="4157273" cy="974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Bell MT" panose="02020503060305020303" pitchFamily="18" charset="0"/>
              </a:rPr>
              <a:t>GUIDE: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Bell MT" panose="02020503060305020303" pitchFamily="18" charset="0"/>
              </a:rPr>
              <a:t>             MRS. M. SAGARBANU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F31C96-6805-AC8A-AD9C-55C9608B683D}"/>
              </a:ext>
            </a:extLst>
          </p:cNvPr>
          <p:cNvSpPr txBox="1"/>
          <p:nvPr/>
        </p:nvSpPr>
        <p:spPr>
          <a:xfrm>
            <a:off x="1229193" y="689548"/>
            <a:ext cx="8844197" cy="1434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000" dirty="0">
                <a:latin typeface="Elephant" panose="02020904090505020303" pitchFamily="18" charset="0"/>
              </a:rPr>
              <a:t>DESIGNER- CENTRIC IDE:ACCURATE INTERPRETATION OF HAND DRAWN WEB LAYOUTS INTO FULLY FUNCTIONAL CODE</a:t>
            </a:r>
          </a:p>
        </p:txBody>
      </p:sp>
    </p:spTree>
    <p:extLst>
      <p:ext uri="{BB962C8B-B14F-4D97-AF65-F5344CB8AC3E}">
        <p14:creationId xmlns:p14="http://schemas.microsoft.com/office/powerpoint/2010/main" val="387925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046607-E60F-80F8-3E64-0040BFB26832}"/>
              </a:ext>
            </a:extLst>
          </p:cNvPr>
          <p:cNvSpPr txBox="1"/>
          <p:nvPr/>
        </p:nvSpPr>
        <p:spPr>
          <a:xfrm>
            <a:off x="948752" y="583285"/>
            <a:ext cx="10294496" cy="3615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dirty="0">
                <a:latin typeface="Elephant" panose="02020904090505020303" pitchFamily="18" charset="0"/>
              </a:rPr>
              <a:t>ABSTRACT</a:t>
            </a:r>
          </a:p>
          <a:p>
            <a:r>
              <a:rPr lang="en-IN" sz="2200" dirty="0">
                <a:latin typeface="Elephant" panose="02020904090505020303" pitchFamily="18" charset="0"/>
              </a:rPr>
              <a:t>INTRODUCTION:</a:t>
            </a:r>
          </a:p>
          <a:p>
            <a:endParaRPr lang="en-IN" dirty="0">
              <a:latin typeface="Elephant" panose="02020904090505020303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Traditional IDEs cannot convert sketches directly into code.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Our system uses deep learning models like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ResNet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and Seq2Seq to detect UI elements and automatically generate HTML/CSS.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The code runs in real time, reducing manual work and speeding up web development.”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018962-78A1-A527-390B-1D63CDCEA04D}"/>
              </a:ext>
            </a:extLst>
          </p:cNvPr>
          <p:cNvSpPr txBox="1"/>
          <p:nvPr/>
        </p:nvSpPr>
        <p:spPr>
          <a:xfrm>
            <a:off x="948752" y="4392118"/>
            <a:ext cx="9274540" cy="219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latin typeface="Elephant" panose="02020904090505020303" pitchFamily="18" charset="0"/>
              </a:rPr>
              <a:t>AIM:</a:t>
            </a:r>
          </a:p>
          <a:p>
            <a:endParaRPr lang="en-IN" sz="2000" dirty="0">
              <a:latin typeface="Elephant" panose="02020904090505020303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Takes hand-drawn sketches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Automatically converts them into HTML/CSS code	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Shows real-time preview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0199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F05839-E69D-9A2B-EB7C-55AA0DCB60E7}"/>
              </a:ext>
            </a:extLst>
          </p:cNvPr>
          <p:cNvSpPr txBox="1"/>
          <p:nvPr/>
        </p:nvSpPr>
        <p:spPr>
          <a:xfrm>
            <a:off x="3842479" y="712751"/>
            <a:ext cx="4507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>
                <a:latin typeface="Elephant" panose="02020904090505020303" pitchFamily="18" charset="0"/>
              </a:rPr>
              <a:t>EXISTING SYSTEM</a:t>
            </a:r>
            <a:endParaRPr lang="en-IN" sz="2800" dirty="0">
              <a:latin typeface="Elephant" panose="020209040905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671846-8E6D-5A03-C3E4-478400058A70}"/>
              </a:ext>
            </a:extLst>
          </p:cNvPr>
          <p:cNvSpPr txBox="1"/>
          <p:nvPr/>
        </p:nvSpPr>
        <p:spPr>
          <a:xfrm>
            <a:off x="1038070" y="2467807"/>
            <a:ext cx="6093500" cy="1922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latin typeface="Elephant" panose="02020904090505020303" pitchFamily="18" charset="0"/>
              </a:rPr>
              <a:t>DISADVANTAGES: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No sketch-based IDE support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Requires coding knowledge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Layout mismatches</a:t>
            </a:r>
          </a:p>
        </p:txBody>
      </p:sp>
    </p:spTree>
    <p:extLst>
      <p:ext uri="{BB962C8B-B14F-4D97-AF65-F5344CB8AC3E}">
        <p14:creationId xmlns:p14="http://schemas.microsoft.com/office/powerpoint/2010/main" val="3995596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2B4A301-BFC9-8922-59B3-B57D66A670A9}"/>
              </a:ext>
            </a:extLst>
          </p:cNvPr>
          <p:cNvSpPr txBox="1"/>
          <p:nvPr/>
        </p:nvSpPr>
        <p:spPr>
          <a:xfrm>
            <a:off x="1187970" y="1670846"/>
            <a:ext cx="7566286" cy="2938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latin typeface="Elephant" panose="02020904090505020303" pitchFamily="18" charset="0"/>
              </a:rPr>
              <a:t>ADVANTAGES: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Faster web page creation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No manual coding needed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Easy for non-programmers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Instant visual output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Rapid prototyping support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C2B985-E642-AF6A-452D-4E1C72AF5202}"/>
              </a:ext>
            </a:extLst>
          </p:cNvPr>
          <p:cNvSpPr txBox="1"/>
          <p:nvPr/>
        </p:nvSpPr>
        <p:spPr>
          <a:xfrm>
            <a:off x="3705068" y="479686"/>
            <a:ext cx="47818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Elephant" panose="02020904090505020303" pitchFamily="18" charset="0"/>
              </a:rPr>
              <a:t>PROPOSED SYSTEM</a:t>
            </a:r>
          </a:p>
        </p:txBody>
      </p:sp>
    </p:spTree>
    <p:extLst>
      <p:ext uri="{BB962C8B-B14F-4D97-AF65-F5344CB8AC3E}">
        <p14:creationId xmlns:p14="http://schemas.microsoft.com/office/powerpoint/2010/main" val="3549843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15C81F-DED1-41F1-CB51-6F2CB3B5519D}"/>
              </a:ext>
            </a:extLst>
          </p:cNvPr>
          <p:cNvSpPr txBox="1"/>
          <p:nvPr/>
        </p:nvSpPr>
        <p:spPr>
          <a:xfrm>
            <a:off x="4834328" y="509666"/>
            <a:ext cx="25233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Elephant" panose="02020904090505020303" pitchFamily="18" charset="0"/>
              </a:rPr>
              <a:t>MODULES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1CA182-9917-B052-19A6-B252C681F630}"/>
              </a:ext>
            </a:extLst>
          </p:cNvPr>
          <p:cNvSpPr txBox="1"/>
          <p:nvPr/>
        </p:nvSpPr>
        <p:spPr>
          <a:xfrm>
            <a:off x="1096156" y="1608892"/>
            <a:ext cx="7476344" cy="4600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200" dirty="0">
                <a:latin typeface="Elephant" panose="02020904090505020303" pitchFamily="18" charset="0"/>
                <a:cs typeface="Arial" panose="020B0604020202020204" pitchFamily="34" charset="0"/>
              </a:rPr>
              <a:t>1.Designer-Centric IDE: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Lets users draw UI sketches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Converts sketches into code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Easy drag-and-drop interface</a:t>
            </a:r>
          </a:p>
          <a:p>
            <a:pPr lvl="1">
              <a:lnSpc>
                <a:spcPct val="150000"/>
              </a:lnSpc>
            </a:pP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dirty="0">
                <a:latin typeface="Elephant" panose="02020904090505020303" pitchFamily="18" charset="0"/>
                <a:cs typeface="Arial" panose="020B0604020202020204" pitchFamily="34" charset="0"/>
              </a:rPr>
              <a:t>2. End User Dashboard: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The main control panel for users.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Upload sketches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View results</a:t>
            </a:r>
          </a:p>
        </p:txBody>
      </p:sp>
    </p:spTree>
    <p:extLst>
      <p:ext uri="{BB962C8B-B14F-4D97-AF65-F5344CB8AC3E}">
        <p14:creationId xmlns:p14="http://schemas.microsoft.com/office/powerpoint/2010/main" val="3654454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349EBD-FE14-E7AA-A5CB-F72559303F53}"/>
              </a:ext>
            </a:extLst>
          </p:cNvPr>
          <p:cNvSpPr txBox="1"/>
          <p:nvPr/>
        </p:nvSpPr>
        <p:spPr>
          <a:xfrm>
            <a:off x="899410" y="511900"/>
            <a:ext cx="7746166" cy="2662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latin typeface="Elephant" panose="02020904090505020303" pitchFamily="18" charset="0"/>
              </a:rPr>
              <a:t>Sketch Recognition: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Detects and identifies elements in the sketch.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Recognizes components like:	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Buttons	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Images	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Text fields	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Layout blocks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28B13D-9001-EDEE-5BDD-9E6FF62D2168}"/>
              </a:ext>
            </a:extLst>
          </p:cNvPr>
          <p:cNvSpPr txBox="1"/>
          <p:nvPr/>
        </p:nvSpPr>
        <p:spPr>
          <a:xfrm>
            <a:off x="899410" y="3683834"/>
            <a:ext cx="6093500" cy="2444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latin typeface="Elephant" panose="02020904090505020303" pitchFamily="18" charset="0"/>
              </a:rPr>
              <a:t>Dynamic Code Generation: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Automatically creates code.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Converts detected elements into:	</a:t>
            </a: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HTML	</a:t>
            </a: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CSS</a:t>
            </a:r>
          </a:p>
        </p:txBody>
      </p:sp>
    </p:spTree>
    <p:extLst>
      <p:ext uri="{BB962C8B-B14F-4D97-AF65-F5344CB8AC3E}">
        <p14:creationId xmlns:p14="http://schemas.microsoft.com/office/powerpoint/2010/main" val="1533661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4F3DA7-578E-DD99-BEE0-D28624C253B3}"/>
              </a:ext>
            </a:extLst>
          </p:cNvPr>
          <p:cNvSpPr txBox="1"/>
          <p:nvPr/>
        </p:nvSpPr>
        <p:spPr>
          <a:xfrm>
            <a:off x="678304" y="655102"/>
            <a:ext cx="6966680" cy="2107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200" dirty="0">
                <a:latin typeface="Elephant" panose="02020904090505020303" pitchFamily="18" charset="0"/>
              </a:rPr>
              <a:t>Real-Time Code Execution: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Runs the generated code instantly.	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Shows live output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No need to manually compile or refresh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B5015A-81C8-6C84-E7CB-7A6C62326EC2}"/>
              </a:ext>
            </a:extLst>
          </p:cNvPr>
          <p:cNvSpPr txBox="1"/>
          <p:nvPr/>
        </p:nvSpPr>
        <p:spPr>
          <a:xfrm>
            <a:off x="678304" y="3548203"/>
            <a:ext cx="6093500" cy="2430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latin typeface="Elephant" panose="02020904090505020303" pitchFamily="18" charset="0"/>
              </a:rPr>
              <a:t>Save or Download Code: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Export feature.	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Save files	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Download HTML/CSS code	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Use in other projects</a:t>
            </a:r>
          </a:p>
        </p:txBody>
      </p:sp>
    </p:spTree>
    <p:extLst>
      <p:ext uri="{BB962C8B-B14F-4D97-AF65-F5344CB8AC3E}">
        <p14:creationId xmlns:p14="http://schemas.microsoft.com/office/powerpoint/2010/main" val="456235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A46F82-F138-F444-E1C5-24636ADC9885}"/>
              </a:ext>
            </a:extLst>
          </p:cNvPr>
          <p:cNvSpPr txBox="1"/>
          <p:nvPr/>
        </p:nvSpPr>
        <p:spPr>
          <a:xfrm>
            <a:off x="3983636" y="2967335"/>
            <a:ext cx="42247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90487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JAFAR PPT</Template>
  <TotalTime>5</TotalTime>
  <Words>264</Words>
  <Application>Microsoft Office PowerPoint</Application>
  <PresentationFormat>Widescreen</PresentationFormat>
  <Paragraphs>63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Algerian</vt:lpstr>
      <vt:lpstr>Aptos</vt:lpstr>
      <vt:lpstr>Aptos Display</vt:lpstr>
      <vt:lpstr>Arial</vt:lpstr>
      <vt:lpstr>Bell MT</vt:lpstr>
      <vt:lpstr>Elephant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Nifi Nihal</dc:creator>
  <cp:lastModifiedBy>Nifi Nihal</cp:lastModifiedBy>
  <cp:revision>1</cp:revision>
  <dcterms:created xsi:type="dcterms:W3CDTF">2026-02-02T16:42:02Z</dcterms:created>
  <dcterms:modified xsi:type="dcterms:W3CDTF">2026-02-03T17:46:43Z</dcterms:modified>
</cp:coreProperties>
</file>